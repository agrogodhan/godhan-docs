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Godhan by KisanSetu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Farmers • Organizing Cattle Trade • Boosting Dairy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Unorganized cattle trading sector</a:t>
            </a:r>
          </a:p>
          <a:p>
            <a:pPr>
              <a:defRPr sz="1800"/>
            </a:pPr>
            <a:r>
              <a:t>• High middlemen commissions (10-15%)</a:t>
            </a:r>
          </a:p>
          <a:p>
            <a:pPr>
              <a:defRPr sz="1800"/>
            </a:pPr>
            <a:r>
              <a:t>• Farmers lack proper cattle history</a:t>
            </a:r>
          </a:p>
          <a:p>
            <a:pPr>
              <a:defRPr sz="1800"/>
            </a:pPr>
            <a:r>
              <a:t>• No structured farmer credit score</a:t>
            </a:r>
          </a:p>
          <a:p>
            <a:pPr>
              <a:defRPr sz="1800"/>
            </a:pPr>
            <a:r>
              <a:t>• Lack of affordable insurance &amp; mediclaim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Farmer Management Tool + Marketplace</a:t>
            </a:r>
          </a:p>
          <a:p>
            <a:pPr>
              <a:defRPr sz="1800"/>
            </a:pPr>
            <a:r>
              <a:t>• Verified cattle history &amp; tagging</a:t>
            </a:r>
          </a:p>
          <a:p>
            <a:pPr>
              <a:defRPr sz="1800"/>
            </a:pPr>
            <a:r>
              <a:t>• Membership system: Silver, Gold, Platinum</a:t>
            </a:r>
          </a:p>
          <a:p>
            <a:pPr>
              <a:defRPr sz="1800"/>
            </a:pPr>
            <a:r>
              <a:t>• Integrated feed &amp; medicine procurement</a:t>
            </a:r>
          </a:p>
          <a:p>
            <a:pPr>
              <a:defRPr sz="1800"/>
            </a:pPr>
            <a:r>
              <a:t>• Insurance + mediclaim + helper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Phase 1: Farmer Onboarding, Dashboard, Wallet, Cattle Hub</a:t>
            </a:r>
          </a:p>
          <a:p>
            <a:pPr>
              <a:defRPr sz="1800"/>
            </a:pPr>
            <a:r>
              <a:t>Phase 2: Feed &amp; medicine marketplace, Helper management</a:t>
            </a:r>
          </a:p>
          <a:p>
            <a:pPr>
              <a:defRPr sz="1800"/>
            </a:pPr>
            <a:r>
              <a:t>Phase 3: Cattle trading marketplace + Auctions + Micro-hubs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Mockups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Login &amp; Dashboard</a:t>
            </a:r>
          </a:p>
          <a:p>
            <a:pPr>
              <a:defRPr sz="1800"/>
            </a:pPr>
            <a:r>
              <a:t>• Cattle Hub (list, add, details)</a:t>
            </a:r>
          </a:p>
          <a:p>
            <a:pPr>
              <a:defRPr sz="1800"/>
            </a:pPr>
            <a:r>
              <a:t>• Expenses &amp; Wallet</a:t>
            </a:r>
          </a:p>
          <a:p>
            <a:pPr>
              <a:defRPr sz="1800"/>
            </a:pPr>
            <a:r>
              <a:t>• Marketplace (cattle + feed)</a:t>
            </a:r>
          </a:p>
          <a:p>
            <a:pPr>
              <a:defRPr sz="1800"/>
            </a:pPr>
            <a:r>
              <a:t>• Reports &amp;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Membership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Silver: Limited access</a:t>
            </a:r>
          </a:p>
          <a:p>
            <a:pPr>
              <a:defRPr sz="1800"/>
            </a:pPr>
            <a:r>
              <a:t>• Gold: Full access, lower fees, discounts</a:t>
            </a:r>
          </a:p>
          <a:p>
            <a:pPr>
              <a:defRPr sz="1800"/>
            </a:pPr>
            <a:r>
              <a:t>• Platinum: Premium trading rights, auctions, max discounts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Membership subscriptions</a:t>
            </a:r>
          </a:p>
          <a:p>
            <a:pPr>
              <a:defRPr sz="1800"/>
            </a:pPr>
            <a:r>
              <a:t>• Cattle trading commission (2%-3%)</a:t>
            </a:r>
          </a:p>
          <a:p>
            <a:pPr>
              <a:defRPr sz="1800"/>
            </a:pPr>
            <a:r>
              <a:t>• Feed &amp; medicine marketplace margin</a:t>
            </a:r>
          </a:p>
          <a:p>
            <a:pPr>
              <a:defRPr sz="1800"/>
            </a:pPr>
            <a:r>
              <a:t>• Auctions premium fees</a:t>
            </a:r>
          </a:p>
          <a:p>
            <a:pPr>
              <a:defRPr sz="1800"/>
            </a:pPr>
            <a:r>
              <a:t>• Advertisements &amp; partnerships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India dairy market size: $160+ Billion</a:t>
            </a:r>
          </a:p>
          <a:p>
            <a:pPr>
              <a:defRPr sz="1800"/>
            </a:pPr>
            <a:r>
              <a:t>• 80M+ dairy farmers</a:t>
            </a:r>
          </a:p>
          <a:p>
            <a:pPr>
              <a:defRPr sz="1800"/>
            </a:pPr>
            <a:r>
              <a:t>• 300M+ cattle population</a:t>
            </a:r>
          </a:p>
          <a:p>
            <a:pPr>
              <a:defRPr sz="1800"/>
            </a:pPr>
            <a:r>
              <a:t>• Opportunity to organize unstructured sector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Farmer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Higher incomes via optimized expenses</a:t>
            </a:r>
          </a:p>
          <a:p>
            <a:pPr>
              <a:defRPr sz="1800"/>
            </a:pPr>
            <a:r>
              <a:t>• Verified cattle history → higher cattle valuation</a:t>
            </a:r>
          </a:p>
          <a:p>
            <a:pPr>
              <a:defRPr sz="1800"/>
            </a:pPr>
            <a:r>
              <a:t>• Credit score for loans &amp; mediclaim eligibility</a:t>
            </a:r>
          </a:p>
          <a:p>
            <a:pPr>
              <a:defRPr sz="1800"/>
            </a:pPr>
            <a:r>
              <a:t>• Group insurance &amp; helper benefits</a:t>
            </a:r>
          </a:p>
          <a:p>
            <a:pPr>
              <a:defRPr sz="1800"/>
            </a:pPr>
            <a:r>
              <a:t>• Reduced dependency on brokers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100K farmers onboard in year 1</a:t>
            </a:r>
          </a:p>
          <a:p>
            <a:pPr>
              <a:defRPr sz="1800"/>
            </a:pPr>
            <a:r>
              <a:t>• Each farmer adds +2 cattle → 200K cattle</a:t>
            </a:r>
          </a:p>
          <a:p>
            <a:pPr>
              <a:defRPr sz="1800"/>
            </a:pPr>
            <a:r>
              <a:t>• 5 lakh farmers in 5 years → 1M+ cattle</a:t>
            </a:r>
          </a:p>
          <a:p>
            <a:pPr>
              <a:defRPr sz="1800"/>
            </a:pPr>
            <a:r>
              <a:t>• Contribution to India’s milk productivity &amp; GDP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Strong referral program</a:t>
            </a:r>
          </a:p>
          <a:p>
            <a:pPr>
              <a:defRPr sz="1800"/>
            </a:pPr>
            <a:r>
              <a:t>• Partnerships with vet networks</a:t>
            </a:r>
          </a:p>
          <a:p>
            <a:pPr>
              <a:defRPr sz="1800"/>
            </a:pPr>
            <a:r>
              <a:t>• Integration with govt subsidies &amp; CSR schemes</a:t>
            </a:r>
          </a:p>
          <a:p>
            <a:pPr>
              <a:defRPr sz="1800"/>
            </a:pPr>
            <a:r>
              <a:t>• Micro-hubs for local delivery within 10km radius</a:t>
            </a:r>
          </a:p>
          <a:p>
            <a:pPr>
              <a:defRPr sz="1800"/>
            </a:pPr>
            <a:r>
              <a:t>• Awareness via WhatsApp &amp; community leaders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Year 1: 100K farmers, 200K cattle</a:t>
            </a:r>
          </a:p>
          <a:p>
            <a:pPr>
              <a:defRPr sz="1800"/>
            </a:pPr>
            <a:r>
              <a:t>Year 3: 500K farmers, 1M cattle</a:t>
            </a:r>
          </a:p>
          <a:p>
            <a:pPr>
              <a:defRPr sz="1800"/>
            </a:pPr>
            <a:r>
              <a:t>Year 5: 1M farmers, 2M cattle</a:t>
            </a:r>
          </a:p>
          <a:p>
            <a:pPr>
              <a:defRPr sz="1800"/>
            </a:pPr>
            <a:r>
              <a:t>Year 10: 5M+ farmers, 10M+ cattle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Year 1 Revenue: ₹25 Cr</a:t>
            </a:r>
          </a:p>
          <a:p>
            <a:pPr>
              <a:defRPr sz="1800"/>
            </a:pPr>
            <a:r>
              <a:t>Year 5 Revenue: ₹300 Cr</a:t>
            </a:r>
          </a:p>
          <a:p>
            <a:pPr>
              <a:defRPr sz="1800"/>
            </a:pPr>
            <a:r>
              <a:t>Year 10 Revenue: ₹1500 Cr+</a:t>
            </a:r>
          </a:p>
          <a:p>
            <a:pPr>
              <a:defRPr sz="1800"/>
            </a:pPr>
            <a:r>
              <a:t>Break-even within 3 years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Advisors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Founders: AgriTech + Technology experts</a:t>
            </a:r>
          </a:p>
          <a:p>
            <a:pPr>
              <a:defRPr sz="1800"/>
            </a:pPr>
            <a:r>
              <a:t>• Advisors: Dairy industry veterans</a:t>
            </a:r>
          </a:p>
          <a:p>
            <a:pPr>
              <a:defRPr sz="1800"/>
            </a:pPr>
            <a:r>
              <a:t>• Partnerships: Vets, insurers, FPOs, co-operatives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Vision: Make every farmer financially stronger</a:t>
            </a:r>
          </a:p>
          <a:p>
            <a:pPr>
              <a:defRPr sz="1800"/>
            </a:pPr>
            <a:r>
              <a:t>• Ask: $5M seed funding</a:t>
            </a:r>
          </a:p>
          <a:p>
            <a:pPr>
              <a:defRPr sz="1800"/>
            </a:pPr>
            <a:r>
              <a:t>• Use of Funds: Tech, farmer adoption, micro-hubs</a:t>
            </a:r>
          </a:p>
          <a:p>
            <a:pPr>
              <a:defRPr sz="1800"/>
            </a:pPr>
            <a:r>
              <a:t>• Target: 100K farmers in year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